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7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an Kumar Rout _2241018165" userId="a24643bd2b0889bc" providerId="LiveId" clId="{FE934F95-D71F-4C3D-B0B1-55E9EFC60696}"/>
    <pc:docChg chg="custSel modSld">
      <pc:chgData name="Roshan Kumar Rout _2241018165" userId="a24643bd2b0889bc" providerId="LiveId" clId="{FE934F95-D71F-4C3D-B0B1-55E9EFC60696}" dt="2026-02-23T21:00:25.111" v="44" actId="20577"/>
      <pc:docMkLst>
        <pc:docMk/>
      </pc:docMkLst>
      <pc:sldChg chg="modSp mod">
        <pc:chgData name="Roshan Kumar Rout _2241018165" userId="a24643bd2b0889bc" providerId="LiveId" clId="{FE934F95-D71F-4C3D-B0B1-55E9EFC60696}" dt="2026-02-23T21:00:25.111" v="44" actId="20577"/>
        <pc:sldMkLst>
          <pc:docMk/>
          <pc:sldMk cId="0" sldId="256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56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1:00:25.111" v="44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57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57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58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58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59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59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oshan Kumar Rout _2241018165" userId="a24643bd2b0889bc" providerId="LiveId" clId="{FE934F95-D71F-4C3D-B0B1-55E9EFC60696}" dt="2026-02-23T20:59:11.085" v="16" actId="27636"/>
        <pc:sldMkLst>
          <pc:docMk/>
          <pc:sldMk cId="0" sldId="260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0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1.085" v="16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61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1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62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2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63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64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4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65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5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66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6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67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7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68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8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8"/>
            <ac:spMk id="3" creationId="{00000000-0000-0000-0000-000000000000}"/>
          </ac:spMkLst>
        </pc:spChg>
      </pc:sldChg>
      <pc:sldChg chg="modSp">
        <pc:chgData name="Roshan Kumar Rout _2241018165" userId="a24643bd2b0889bc" providerId="LiveId" clId="{FE934F95-D71F-4C3D-B0B1-55E9EFC60696}" dt="2026-02-23T20:59:10.684" v="15"/>
        <pc:sldMkLst>
          <pc:docMk/>
          <pc:sldMk cId="0" sldId="269"/>
        </pc:sldMkLst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9"/>
            <ac:spMk id="2" creationId="{00000000-0000-0000-0000-000000000000}"/>
          </ac:spMkLst>
        </pc:spChg>
        <pc:spChg chg="mod">
          <ac:chgData name="Roshan Kumar Rout _2241018165" userId="a24643bd2b0889bc" providerId="LiveId" clId="{FE934F95-D71F-4C3D-B0B1-55E9EFC60696}" dt="2026-02-23T20:59:10.684" v="15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8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25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9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95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0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9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8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49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9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40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Academic Performance Analytics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Submitted By: Roshan</a:t>
            </a:r>
            <a:r>
              <a:rPr lang="en-US" dirty="0"/>
              <a:t> Kumar</a:t>
            </a:r>
            <a:r>
              <a:rPr dirty="0"/>
              <a:t> Rout</a:t>
            </a:r>
            <a:endParaRPr lang="en-US" dirty="0"/>
          </a:p>
          <a:p>
            <a:r>
              <a:rPr lang="en-IN" dirty="0" err="1"/>
              <a:t>Regd</a:t>
            </a:r>
            <a:r>
              <a:rPr lang="en-IN"/>
              <a:t> no.:-2241018165</a:t>
            </a:r>
            <a:endParaRPr dirty="0"/>
          </a:p>
          <a:p>
            <a:r>
              <a:rPr dirty="0"/>
              <a:t>Course: </a:t>
            </a:r>
            <a:r>
              <a:rPr dirty="0" err="1"/>
              <a:t>B.Tech</a:t>
            </a:r>
            <a:r>
              <a:rPr dirty="0"/>
              <a:t> </a:t>
            </a:r>
            <a:r>
              <a:rPr lang="en-US" dirty="0"/>
              <a:t>CSE</a:t>
            </a:r>
            <a:endParaRPr dirty="0"/>
          </a:p>
          <a:p>
            <a:r>
              <a:rPr dirty="0"/>
              <a:t>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Large academic data generated by universities</a:t>
            </a:r>
          </a:p>
          <a:p>
            <a:r>
              <a:t>• Difficult to analyze trends</a:t>
            </a:r>
          </a:p>
          <a:p>
            <a:r>
              <a:t>• No centralized analytics system</a:t>
            </a:r>
          </a:p>
          <a:p>
            <a:endParaRPr/>
          </a:p>
          <a:p>
            <a:r>
              <a:t>Solution: Build a Data Warehouse &amp; Analytics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Star Schema Data Warehouse</a:t>
            </a:r>
          </a:p>
          <a:p>
            <a:r>
              <a:t>• Implement Advanced SQL (CTE, Window Functions)</a:t>
            </a:r>
          </a:p>
          <a:p>
            <a:r>
              <a:t>• Build Python ETL Pipeline</a:t>
            </a:r>
          </a:p>
          <a:p>
            <a:r>
              <a:t>• Process data using Apache Spark</a:t>
            </a:r>
          </a:p>
          <a:p>
            <a:r>
              <a:t>• Create Interactive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CSV Data → Python ETL → Snowflake → SQL/Spark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Warehouse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Star Schema</a:t>
            </a:r>
          </a:p>
          <a:p>
            <a:endParaRPr/>
          </a:p>
          <a:p>
            <a:r>
              <a:t>Dimension Tables:</a:t>
            </a:r>
          </a:p>
          <a:p>
            <a:r>
              <a:t>• dim_student</a:t>
            </a:r>
          </a:p>
          <a:p>
            <a:r>
              <a:t>• dim_course</a:t>
            </a:r>
          </a:p>
          <a:p>
            <a:r>
              <a:t>• dim_faculty</a:t>
            </a:r>
          </a:p>
          <a:p>
            <a:r>
              <a:t>• dim_date</a:t>
            </a:r>
          </a:p>
          <a:p>
            <a:endParaRPr/>
          </a:p>
          <a:p>
            <a:r>
              <a:t>Fact Table:</a:t>
            </a:r>
          </a:p>
          <a:p>
            <a:r>
              <a:t>• fact_academic_performance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SQL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CTE for department average</a:t>
            </a:r>
          </a:p>
          <a:p>
            <a:r>
              <a:t>• RANK() Window Function</a:t>
            </a:r>
          </a:p>
          <a:p>
            <a:r>
              <a:t>• Moving Average using OVER()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Extract data from CSV</a:t>
            </a:r>
          </a:p>
          <a:p>
            <a:r>
              <a:t>2. Transform (clean &amp; assign grade)</a:t>
            </a:r>
          </a:p>
          <a:p>
            <a:r>
              <a:t>3. Load into Snowflake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Spark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Batch Processing</a:t>
            </a:r>
          </a:p>
          <a:p>
            <a:r>
              <a:t>• Streaming Processing</a:t>
            </a:r>
          </a:p>
          <a:p>
            <a:r>
              <a:t>• Scalable distributed computing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Optimization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Clustering</a:t>
            </a:r>
          </a:p>
          <a:p>
            <a:r>
              <a:t>• Time Travel</a:t>
            </a:r>
          </a:p>
          <a:p>
            <a:r>
              <a:t>• Role-Based Access Control</a:t>
            </a:r>
          </a:p>
          <a:p>
            <a:r>
              <a:t>• Data Masking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Streamlit</a:t>
            </a:r>
          </a:p>
          <a:p>
            <a:endParaRPr/>
          </a:p>
          <a:p>
            <a:r>
              <a:t>• Department average bar chart</a:t>
            </a:r>
          </a:p>
          <a:p>
            <a:r>
              <a:t>• Student performance line chart</a:t>
            </a:r>
          </a:p>
          <a:p>
            <a:r>
              <a:t>• Dropdown filters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Query optimization</a:t>
            </a:r>
          </a:p>
          <a:p>
            <a:r>
              <a:t>• Efficient joins using Star Schema</a:t>
            </a:r>
          </a:p>
          <a:p>
            <a:r>
              <a:t>• Warehouse scaling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academic data</a:t>
            </a:r>
          </a:p>
          <a:p>
            <a:r>
              <a:t>• Real-time analytics</a:t>
            </a:r>
          </a:p>
          <a:p>
            <a:r>
              <a:t>• Secure &amp; scalable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for prediction</a:t>
            </a:r>
          </a:p>
          <a:p>
            <a:r>
              <a:t>• Cloud deployment</a:t>
            </a:r>
          </a:p>
          <a:p>
            <a:r>
              <a:t>• Real-time alerts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Words>266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Calibri Light</vt:lpstr>
      <vt:lpstr>Retrospect</vt:lpstr>
      <vt:lpstr>University Academic Performance Analytics System</vt:lpstr>
      <vt:lpstr>Problem Statement</vt:lpstr>
      <vt:lpstr>Project Objectives</vt:lpstr>
      <vt:lpstr>System Architecture</vt:lpstr>
      <vt:lpstr>Data Warehouse Design</vt:lpstr>
      <vt:lpstr>Advanced SQL Implementation</vt:lpstr>
      <vt:lpstr>Python ETL Pipeline</vt:lpstr>
      <vt:lpstr>Apache Spark Processing</vt:lpstr>
      <vt:lpstr>Snowflake Optimization &amp; Security</vt:lpstr>
      <vt:lpstr>Interactive Dashboard</vt:lpstr>
      <vt:lpstr>Performance Optimization</vt:lpstr>
      <vt:lpstr>Conclusion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Roshan Kumar Rout _2241018165</cp:lastModifiedBy>
  <cp:revision>1</cp:revision>
  <dcterms:created xsi:type="dcterms:W3CDTF">2013-01-27T09:14:16Z</dcterms:created>
  <dcterms:modified xsi:type="dcterms:W3CDTF">2026-02-23T21:00:32Z</dcterms:modified>
  <cp:category/>
</cp:coreProperties>
</file>